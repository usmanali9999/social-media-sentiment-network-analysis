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973A-6948-4A3C-9B48-CD30B3F331FB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1E1F9-BF3D-417A-9B1C-D7E5F1E3D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1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973A-6948-4A3C-9B48-CD30B3F331FB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1E1F9-BF3D-417A-9B1C-D7E5F1E3D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851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973A-6948-4A3C-9B48-CD30B3F331FB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1E1F9-BF3D-417A-9B1C-D7E5F1E3D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32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973A-6948-4A3C-9B48-CD30B3F331FB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1E1F9-BF3D-417A-9B1C-D7E5F1E3D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0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973A-6948-4A3C-9B48-CD30B3F331FB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1E1F9-BF3D-417A-9B1C-D7E5F1E3D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32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973A-6948-4A3C-9B48-CD30B3F331FB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1E1F9-BF3D-417A-9B1C-D7E5F1E3D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58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973A-6948-4A3C-9B48-CD30B3F331FB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1E1F9-BF3D-417A-9B1C-D7E5F1E3D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060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973A-6948-4A3C-9B48-CD30B3F331FB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1E1F9-BF3D-417A-9B1C-D7E5F1E3D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13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973A-6948-4A3C-9B48-CD30B3F331FB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1E1F9-BF3D-417A-9B1C-D7E5F1E3D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781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973A-6948-4A3C-9B48-CD30B3F331FB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1E1F9-BF3D-417A-9B1C-D7E5F1E3D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08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973A-6948-4A3C-9B48-CD30B3F331FB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1E1F9-BF3D-417A-9B1C-D7E5F1E3D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26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D973A-6948-4A3C-9B48-CD30B3F331FB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1E1F9-BF3D-417A-9B1C-D7E5F1E3D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113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37899"/>
            <a:ext cx="9144000" cy="2387600"/>
          </a:xfrm>
        </p:spPr>
        <p:txBody>
          <a:bodyPr>
            <a:normAutofit/>
          </a:bodyPr>
          <a:lstStyle/>
          <a:p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Sentiment Network Analysis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SkilledScore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Data Visualization Internship</a:t>
            </a:r>
          </a:p>
          <a:p>
            <a:endParaRPr lang="en-GB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  <a:r>
              <a:rPr lang="en-GB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Zeeshan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Usmani</a:t>
            </a:r>
            <a:endParaRPr lang="en-GB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Intern: Usman Ali</a:t>
            </a:r>
          </a:p>
          <a:p>
            <a:endParaRPr lang="en-GB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24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736" y="385762"/>
            <a:ext cx="10515600" cy="1325563"/>
          </a:xfrm>
        </p:spPr>
        <p:txBody>
          <a:bodyPr>
            <a:normAutofit/>
          </a:bodyPr>
          <a:lstStyle/>
          <a:p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Methodology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113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Dataset</a:t>
            </a:r>
          </a:p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5,000 users</a:t>
            </a:r>
          </a:p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20,000 interactions: posts, retweets, and replies</a:t>
            </a:r>
          </a:p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Features: User ID, Post ID, Timestamp, Sentiment Score, Interaction Type, and Hashtags</a:t>
            </a:r>
          </a:p>
          <a:p>
            <a:pPr marL="0" indent="0">
              <a:buNone/>
            </a:pPr>
            <a:endParaRPr lang="en-GB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VADER sentiment analysis with scores ranging from -1 to +1</a:t>
            </a:r>
          </a:p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Duplicate removal and low-activity user filtering</a:t>
            </a:r>
          </a:p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Directed interaction network constructed using </a:t>
            </a:r>
            <a:r>
              <a:rPr lang="en-GB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endParaRPr lang="en-GB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Degree centrality used to measure user influence</a:t>
            </a:r>
          </a:p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Louvain algorithm used for community detection</a:t>
            </a:r>
          </a:p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Force-directed layout used for network visualization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231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Social Media Sentiment Network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7896"/>
            <a:ext cx="105156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24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Influential Users &amp; Sentiment Insights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6723"/>
            <a:ext cx="105156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34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Moderation Implications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0" indent="0">
              <a:buNone/>
            </a:pPr>
            <a:endParaRPr lang="en-GB" sz="3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Sentiment distribution: 37.12% neutral, 33.48% negative, and 29.40% positive.</a:t>
            </a:r>
          </a:p>
          <a:p>
            <a:pPr marL="0" indent="0">
              <a:buNone/>
            </a:pPr>
            <a:r>
              <a:rPr lang="en-GB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Degree centrality identified influential users with differing sentiment patterns.</a:t>
            </a:r>
          </a:p>
          <a:p>
            <a:pPr marL="0" indent="0">
              <a:buNone/>
            </a:pPr>
            <a:r>
              <a:rPr lang="en-GB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Louvain analysis identified 41 communities in the final reproducible run.</a:t>
            </a:r>
          </a:p>
          <a:p>
            <a:pPr marL="0" indent="0">
              <a:buNone/>
            </a:pPr>
            <a:r>
              <a:rPr lang="en-GB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Dominant hashtag concentration reached only 13.86% among meaningful communities.</a:t>
            </a:r>
          </a:p>
          <a:p>
            <a:pPr marL="0" indent="0">
              <a:buNone/>
            </a:pPr>
            <a:r>
              <a:rPr lang="en-GB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Larger communities showed mixed sentiment and limited evidence of strong hashtag-driven echo chambers.</a:t>
            </a:r>
          </a:p>
          <a:p>
            <a:pPr marL="0" indent="0">
              <a:buNone/>
            </a:pPr>
            <a:endParaRPr lang="en-GB" sz="2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Moderation Implications</a:t>
            </a:r>
          </a:p>
          <a:p>
            <a:pPr marL="0" indent="0">
              <a:buNone/>
            </a:pP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Prioritize high-influence users and interaction-level patterns for monitoring.</a:t>
            </a:r>
          </a:p>
          <a:p>
            <a:pPr marL="0" indent="0">
              <a:buNone/>
            </a:pP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Use sentiment as a screening signal rather than treating negative sentiment as a policy violation.</a:t>
            </a:r>
          </a:p>
          <a:p>
            <a:pPr marL="0" indent="0">
              <a:buNone/>
            </a:pP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Community and hashtag membership should provide context rather than determine moderation decisions.</a:t>
            </a:r>
          </a:p>
          <a:p>
            <a:pPr marL="0" indent="0">
              <a:buNone/>
            </a:pP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All results are based on synthetic data.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110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244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Social Media Sentiment Network Analysis</vt:lpstr>
      <vt:lpstr>Dataset &amp; Methodology</vt:lpstr>
      <vt:lpstr>Interactive Social Media Sentiment Network</vt:lpstr>
      <vt:lpstr>Influential Users &amp; Sentiment Insights</vt:lpstr>
      <vt:lpstr>Key Findings &amp; Moderation Implications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Sentiment Network Analysis</dc:title>
  <dc:creator>Windows User</dc:creator>
  <cp:lastModifiedBy>Windows User</cp:lastModifiedBy>
  <cp:revision>4</cp:revision>
  <dcterms:created xsi:type="dcterms:W3CDTF">2026-10-03T09:44:49Z</dcterms:created>
  <dcterms:modified xsi:type="dcterms:W3CDTF">2026-10-03T10:00:57Z</dcterms:modified>
</cp:coreProperties>
</file>